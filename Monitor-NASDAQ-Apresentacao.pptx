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C:\Users\vish8\AppData\Local\Temp\claude\C--Users-vish8-Nasdaq\54cbc2b5-16c2-4392-8a06-eeade61f06e0\scratchpad\deck\icons\trending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83210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5146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NASDAQ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 alertas inteligentes para ações da Nasdaq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para cliente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Monitor NASDAQ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próprio de acompanhamento de mercado, feito sob medida: acompanha os ativos que você escolhe, avisa quando algo relevante acontece e organiza a informação num painel simples de consultar.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85216" y="14264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C:\Users\vish8\AppData\Local\Temp\claude\C--Users-vish8-Nasdaq\54cbc2b5-16c2-4392-8a06-eeade61f06e0\scratchpad\deck\icons\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617" y="1573865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própria, com os ativos que interessam a você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85216" y="220370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C:\Users\vish8\AppData\Local\Temp\claude\C--Users-vish8-Nasdaq\54cbc2b5-16c2-4392-8a06-eeade61f06e0\scratchpad\deck\icons\bel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7" y="2351105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1945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 por Telegram e no painel web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85216" y="29809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C:\Users\vish8\AppData\Local\Temp\claude\C--Users-vish8-Nasdaq\54cbc2b5-16c2-4392-8a06-eeade61f06e0\scratchpad\deck\icons\shiel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" y="3128345"/>
            <a:ext cx="272125" cy="2721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29718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monitoramento e sugestão — nenhuma ordem é executada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92240" y="1371600"/>
            <a:ext cx="5029200" cy="4572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/>
        </p:spPr>
      </p:sp>
      <p:sp>
        <p:nvSpPr>
          <p:cNvPr id="14" name="Text 9"/>
          <p:cNvSpPr/>
          <p:nvPr/>
        </p:nvSpPr>
        <p:spPr>
          <a:xfrm>
            <a:off x="6858000" y="1600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monitorar manualmente é difícil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858000" y="2148840"/>
            <a:ext cx="43434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mudam o dia inteiro — impossível olhar a tela 100% do tempo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e resultados de empresas saem em horários imprevisíveis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técnicos (RSI, médias móveis, MACD) exigem cálculo constante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registro histórico, fica difícil aprender com os próprios erros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NASDAQ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funciona, em 4 passos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508760" y="240030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C:\Users\vish8\AppData\Local\Temp\claude\C--Users-vish8-Nasdaq\54cbc2b5-16c2-4392-8a06-eeade61f06e0\scratchpad\deck\icons\cloud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842" y="26023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333756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Coleta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1248" y="3749040"/>
            <a:ext cx="211226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Preços, notícias e calendário econômico são buscados de fontes de mercado a cada poucos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0896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410712" y="210312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2A3583"/>
          </a:solidFill>
          <a:ln/>
        </p:spPr>
      </p:sp>
      <p:sp>
        <p:nvSpPr>
          <p:cNvPr id="10" name="Shape 7"/>
          <p:cNvSpPr/>
          <p:nvPr/>
        </p:nvSpPr>
        <p:spPr>
          <a:xfrm>
            <a:off x="4279392" y="240030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C:\Users\vish8\AppData\Local\Temp\claude\C--Users-vish8-Nasdaq\54cbc2b5-16c2-4392-8a06-eeade61f06e0\scratchpad\deck\icons\cpu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474" y="260238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333756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Análise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749040"/>
            <a:ext cx="211226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técnicos e regras de alerta são recalculados automaticamente sobre os dados coletados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879592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181344" y="210312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7050024" y="240030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C:\Users\vish8\AppData\Local\Temp\claude\C--Users-vish8-Nasdaq\54cbc2b5-16c2-4392-8a06-eeade61f06e0\scratchpad\deck\icons\bell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106" y="260238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333756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Alerta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82512" y="3749040"/>
            <a:ext cx="211226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condição configurada dispara, uma mensagem é enviada na hora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650224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8951976" y="210312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2A3583"/>
          </a:solidFill>
          <a:ln/>
        </p:spPr>
      </p:sp>
      <p:sp>
        <p:nvSpPr>
          <p:cNvPr id="22" name="Shape 17"/>
          <p:cNvSpPr/>
          <p:nvPr/>
        </p:nvSpPr>
        <p:spPr>
          <a:xfrm>
            <a:off x="9820656" y="240030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3" descr="C:\Users\vish8\AppData\Local\Temp\claude\C--Users-vish8-Nasdaq\54cbc2b5-16c2-4392-8a06-eeade61f06e0\scratchpad\deck\icons\chart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738" y="2602382"/>
            <a:ext cx="373075" cy="3730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16568" y="333756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Consulta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153144" y="3749040"/>
            <a:ext cx="211226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fica disponível no painel web e no histórico, a qualquer momento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NASDAQ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 de dados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vêm os números que você vê no painel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252E70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3774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C:\Users\vish8\AppData\Local\Temp\claude\C--Users-vish8-Nasdaq\54cbc2b5-16c2-4392-8a06-eeade61f06e0\scratchpad\deck\icons\activity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070" y="25914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Finnhub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886200"/>
            <a:ext cx="291693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Cotações, notícias por ativo e calendário de resultados (earnings). API oficial, usada por milhares de sistemas financeiros.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20116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252E70"/>
          </a:solidFill>
          <a:ln/>
        </p:spPr>
      </p:sp>
      <p:sp>
        <p:nvSpPr>
          <p:cNvPr id="10" name="Shape 7"/>
          <p:cNvSpPr/>
          <p:nvPr/>
        </p:nvSpPr>
        <p:spPr>
          <a:xfrm>
            <a:off x="5692140" y="23774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C:\Users\vish8\AppData\Local\Temp\claude\C--Users-vish8-Nasdaq\54cbc2b5-16c2-4392-8a06-eeade61f06e0\scratchpad\deck\icons\calendar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110" y="25914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3832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Modeling Prep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3886200"/>
            <a:ext cx="291693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econômico: juros, inflação, payroll e outros indicadores macroeconômicos. API oficial.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201168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252E70"/>
          </a:solidFill>
          <a:ln/>
        </p:spPr>
      </p:sp>
      <p:sp>
        <p:nvSpPr>
          <p:cNvPr id="15" name="Shape 11"/>
          <p:cNvSpPr/>
          <p:nvPr/>
        </p:nvSpPr>
        <p:spPr>
          <a:xfrm>
            <a:off x="9441180" y="23774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C:\Users\vish8\AppData\Local\Temp\claude\C--Users-vish8-Nasdaq\54cbc2b5-16c2-4392-8a06-eeade61f06e0\scratchpad\deck\icons\chart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5150" y="259141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3832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(yfinance)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94192" y="3886200"/>
            <a:ext cx="291693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preços para calcular indicadores técnicos (médias móveis, RSI, MACD) e níveis de suporte/resistência.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NASDAQ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Confiabilidade e limites dos dados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sobre o que o sistema garante — e o que não garante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19659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C:\Users\vish8\AppData\Local\Temp\claude\C--Users-vish8-Nasdaq\54cbc2b5-16c2-4392-8a06-eeade61f06e0\scratchpad\deck\icons\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1086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2880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de fontes oficiais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91640" y="2157984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Finnhub e FMP são APIs oficiais, amplamente usadas no mercado financeiro.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60120" y="3044952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9" name="Image 1" descr="C:\Users\vish8\AppData\Local\Temp\claude\C--Users-vish8-Nasdaq\54cbc2b5-16c2-4392-8a06-eeade61f06e0\scratchpad\deck\icons\aler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66" y="3187598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907792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 atraso (poucos minutos)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691640" y="3236976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gratuitos não trazem cotação tick-a-tick — há uma pequena defasagem, aceitável para monitoramento (não indicada para day trade de alta frequência).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960120" y="4123944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2" descr="C:\Users\vish8\AppData\Local\Temp\claude\C--Users-vish8-Nasdaq\54cbc2b5-16c2-4392-8a06-eeade61f06e0\scratchpad\deck\icons\aler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" y="4266590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986784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é a fonte mais sensível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691640" y="4315968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usado só para histórico/indicadores técnicos, não para preço em tempo real. Se instabilizar, o sistema registra o erro e continua funcionando com o restante dos dados.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60120" y="520293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C:\Users\vish8\AppData\Local\Temp\claude\C--Users-vish8-Nasdaq\54cbc2b5-16c2-4392-8a06-eeade61f06e0\scratchpad\deck\icons\shiel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766" y="5345582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5065776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é recomendação de investimento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691640" y="539496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alerta e relatório inclui aviso claro: a decisão final é sempre sua, com validação manual antes de qualquer operação.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NASDAQ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web e alertas em tempo real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1074420" y="16687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C:\Users\vish8\AppData\Local\Temp\claude\C--Users-vish8-Nasdaq\54cbc2b5-16c2-4392-8a06-eeade61f06e0\scratchpad\deck\icons\char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8470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(dashboard)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05840" y="2514600"/>
            <a:ext cx="4526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com preço e variação atualizados automaticamente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candlestick com médias móveis, RSI e MACD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alertas já disparados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protegido por login — cada conta vê só os próprios dados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6606540" y="16687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C:\Users\vish8\AppData\Local\Temp\claude\C--Users-vish8-Nasdaq\54cbc2b5-16c2-4392-8a06-eeade61f06e0\scratchpad\deck\icons\send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8470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via Telegram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537960" y="251460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instantânea quando uma regra configurada dispara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compostas: ex. "RSI &lt; 30 E volume 2x acima da média"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rápidos: consultar watchlist, status dos preços, pedir relatório em PDF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Restrito a quem você autorizar — ninguém mais tem acesso ao bot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NASDAQ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Copiloto de análise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perspectivas diferentes, combinadas numa leitura só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2128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C:\Users\vish8\AppData\Local\Temp\claude\C--Users-vish8-Nasdaq\54cbc2b5-16c2-4392-8a06-eeade61f06e0\scratchpad\deck\icons\trendin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301" y="237926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333756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móveis, RSI, MACD e volume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34640" y="196596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3520440" y="22128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C:\Users\vish8\AppData\Local\Temp\claude\C--Users-vish8-Nasdaq\54cbc2b5-16c2-4392-8a06-eeade61f06e0\scratchpad\deck\icons\activity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237926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6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62656" y="333756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Manchetes recentes do ativo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0" y="196596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5715000" y="22128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C:\Users\vish8\AppData\Local\Temp\claude\C--Users-vish8-Nasdaq\54cbc2b5-16c2-4392-8a06-eeade61f06e0\scratchpad\deck\icons\clou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421" y="237926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157216" y="333756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econômico e notícias globais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223760" y="196596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7909560" y="22128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C:\Users\vish8\AppData\Local\Temp\claude\C--Users-vish8-Nasdaq\54cbc2b5-16c2-4392-8a06-eeade61f06e0\scratchpad\deck\icons\shiel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981" y="237926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351776" y="333756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de posição sugerido pelo seu capital e stop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418320" y="1965960"/>
            <a:ext cx="2011680" cy="265176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10104120" y="22128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C:\Users\vish8\AppData\Local\Temp\claude\C--Users-vish8-Nasdaq\54cbc2b5-16c2-4392-8a06-eeade61f06e0\scratchpad\deck\icons\users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0541" y="2379269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0976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546336" y="333756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próprio histórico de operações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40080" y="489204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30" name="Text 23"/>
          <p:cNvSpPr/>
          <p:nvPr/>
        </p:nvSpPr>
        <p:spPr>
          <a:xfrm>
            <a:off x="1005840" y="507492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leituras são combinadas numa recomendação de atenção (observar, evitar por enquanto ou aguardar confirmação) — sempre com o aviso de que a decisão final é manual, nunca uma ordem automática.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NASDAQ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matinal e relatórios em PDF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1074420" y="16687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C:\Users\vish8\AppData\Local\Temp\claude\C--Users-vish8-Nasdaq\54cbc2b5-16c2-4392-8a06-eeade61f06e0\scratchpad\deck\icons\calenda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8470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691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pré-mercado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2468880"/>
            <a:ext cx="4526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automaticamente todo dia útil, antes da abertura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Nasdaq, S&amp;P/NYSE e ouro, com níveis de suporte e resistência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da madrugada e eventos econômicos do dia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direto no Telegram, sem precisar abrir nada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6606540" y="16687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C:\Users\vish8\AppData\Local\Temp\claude\C--Users-vish8-Nasdaq\54cbc2b5-16c2-4392-8a06-eeade61f06e0\scratchpad\deck\icons\char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8470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em PDF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46888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completo: watchlist, alertas, notícias e calendário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trader: taxa de acerto, resultado médio e diário de operações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sob demanda no painel ou pelo comando /relatorio no Telegram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NASDAQ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 privacidade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20240" y="230886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C:\Users\vish8\AppData\Local\Temp\claude\C--Users-vish8-Nasdaq\54cbc2b5-16c2-4392-8a06-eeade61f06e0\scratchpad\deck\icons\loc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6097" y="2534717"/>
            <a:ext cx="416966" cy="4169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383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protegido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38862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por conta e senha própria, com token de sessão — sem cadastro público aberto.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0" y="230886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1" descr="C:\Users\vish8\AppData\Local\Temp\claude\C--Users-vish8-Nasdaq\54cbc2b5-16c2-4392-8a06-eeade61f06e0\scratchpad\deck\icons\users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137" y="2534717"/>
            <a:ext cx="416966" cy="4169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0560" y="3383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isolados por conta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572000" y="38862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watchlist, posições e histórico são só seus — nenhuma outra conta enxerga.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418320" y="230886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C:\Users\vish8\AppData\Local\Temp\claude\C--Users-vish8-Nasdaq\54cbc2b5-16c2-4392-8a06-eeade61f06e0\scratchpad\deck\icons\shield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4177" y="2534717"/>
            <a:ext cx="416966" cy="41696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0" y="3383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execução de ordens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321040" y="38862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não tem acesso à sua corretora. Compra e venda continuam 100% manuais.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NASDAQ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C:\Users\vish8\AppData\Local\Temp\claude\C--Users-vish8-Nasdaq\54cbc2b5-16c2-4392-8a06-eeade61f06e0\scratchpad\deck\icons\shield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83210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Aviso importante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260604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Monitor NASDAQ é uma ferramenta de monitoramento e apoio à decisão. Ele não executa ordens, não é consultoria financeira e não substitui análise própria. Os dados podem ter pequeno atraso — sempre valide qualquer sinal antes de decidir.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4160520"/>
            <a:ext cx="987552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48006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os ativos da watchlist inicial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o Telegram para receber os alertas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uma sessão de apresentação do painel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 NASDAQ — Apresentação para Cliente</dc:title>
  <dc:subject>PptxGenJS Presentation</dc:subject>
  <dc:creator>Monitor NASDAQ</dc:creator>
  <cp:lastModifiedBy>Monitor NASDAQ</cp:lastModifiedBy>
  <cp:revision>1</cp:revision>
  <dcterms:created xsi:type="dcterms:W3CDTF">2026-07-29T02:33:34Z</dcterms:created>
  <dcterms:modified xsi:type="dcterms:W3CDTF">2026-07-29T02:33:34Z</dcterms:modified>
</cp:coreProperties>
</file>